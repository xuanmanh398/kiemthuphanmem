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Arial"/>
              </a:defRPr>
            </a:pPr>
            <a:r>
              <a:t>TRƯỜNG ĐẠI HỌC CÔNG NGHỆ ĐÔNG Á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KHOA CÔNG NGHỆ THÔNG TIN • HỌC PHẦN: KIỂM THỬ 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rial"/>
              </a:defRPr>
            </a:pPr>
            <a:r>
              <a:t>BÁO CÁO BÀI TẬP LỚN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XÂY DỰNG &amp; KIỂM THỬ HỆ THỐNG QUẢN LÝ DỊCH VỤ CHĂM SÓC THÚ CƯNG (PETCARE PRO)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Bộ Kịch Bản 240 Test Cases (Unit - Integration - System) &amp; Automation Testing (Selenium 4 + TestNG)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GIẢNG VIÊN HƯỚNG DẪN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ThS. Trần Xuân Thanh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Khoa Công nghệ Thông tin</a:t>
            </a:r>
            <a:br/>
            <a:r>
              <a:t>Đại học Công nghệ Đông 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71323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4069080"/>
            <a:ext cx="6766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SINH VIÊN THỰC HIỆN: NHÓM 9 (LỚP: DCCNTT14.C.3)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1. Đặng Văn Mạnh  |  MSV: 20232652  |  Trưởng nhóm • Unit Test (70 TC) &amp; Test Automation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2. Trần Ngọc Sơn  |  MSV: 20232472  |  Thành viên • Backend REST API &amp; Integration Test (70 TC)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3. Ngô Hoàng Anh  |  MSV: 20232558  |  Thành viên • Giao diện UI/UX &amp; System Test E2E (100 TC)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MỤC LỤC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Nội Dung Báo Cáo Đề Tài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09344"/>
            <a:ext cx="54864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9509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Tổng Quan Bài Toán &amp; Kiến Trúc PetCare Pro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Bối cảnh ngành dịch vụ thú cưng, mục tiêu bài toán và kiến trúc 9 module nghiệp vụ.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569464"/>
            <a:ext cx="54864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14600"/>
            <a:ext cx="9509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Phân Tích &amp; Thiết Kế Bộ 240 Test Cases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Chiến lược kiểm thử đa cấp độ: 70 Unit Test, 70 Integration Test và 100 System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54864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74720"/>
            <a:ext cx="9509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Thực Thi Kiểm Thử &amp; Quản Lý Khiếm Khuyết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Quy trình thực thi, phân tích Bug Life Cycle và khắc phục 2 lỗi tích hợp quan trọng.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489704"/>
            <a:ext cx="54864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34840"/>
            <a:ext cx="9509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Xây Dựng Test Automation (Selenium 4 + TestNG)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Kiến trúc Page Object Model, bộ chạy tự động đa cấp độ và báo cáo ExtentReports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449824"/>
            <a:ext cx="54864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94960"/>
            <a:ext cx="9509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Đánh Giá Hiệu Năng, Phân Công &amp; Hướng Phát Triển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So sánh Manual vs Automation, bảng phân công nhiệm vụ và kết luận đề tài.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BỐI CẢNH &amp; KIẾN TRÚC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Chương 1: Tổng Quan Hệ Thống PetCare Pro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🎯 BÀI TOÁN THỰC TẾ &amp; MỤC TIÊU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Nhu cầu chăm sóc thú cưng tăng mạnh: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Quản lý thủ công bằng sổ sách dễ gây trùng lịch Spa, thất thoát tồn kho, nhầm lẫn giá dịch vụ.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Mục tiêu phần mềm PetCare Pro: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Cung cấp nền tảng Web quản trị trọn gói: Tiếp nhận lịch hẹn 7 bước, Bán hàng POS, Quản lý kho, CRM CSKH tự động và Phân ca nhân sự.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Công nghệ ứng dụng: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• Frontend: React 18, Vite, Tailwind CSS</a:t>
            </a:r>
            <a:br/>
            <a:r>
              <a:t>• Backend: Node.js Express REST API, Swagger UI</a:t>
            </a:r>
            <a:br/>
            <a:r>
              <a:t>• Testing: Selenium WebDriver 4, TestNG, ExtentReports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📦 9 MODULE NGHIỆP VỤ CỐT LÕI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1. Dashboard KPI: Biểu đồ doanh thu, lịch hôm nay, cảnh báo kho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2. Đặt Lịch Spa 7 Bước: Quy trình wizard chọn khách, pet, dịch vụ, thợ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3. Bán Hàng &amp; POS: Quét mã, giỏ hàng, áp voucher, in hóa đơn nhiệt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4. Quản Lý Khách Hàng: 4 Hạng thành viên (Đồng, Bạc, Vàng, Kim Cương)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5. Hồ Sơ Thú Cưng: Lịch sử dịch vụ, cân nặng, dị ứng, đổi Card/Table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6. Sản Phẩm &amp; Tồn Kho: Quản lý SKU, giá bán, cảnh báo hết hàng tự động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7. Bảng Giá Dịch Vụ: Đơn giá, thời lượng ca Spa, dịch vụ hoạt động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8. Nhân Sự &amp; Phân Ca: Quản lý kỹ thuật viên, ca trực Sáng / Chiều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✔ 9. CRM &amp; Khuyến Mãi: Quét thú cưng &gt;30 ngày nhắc lịch Zalo/SMS, Voucher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PHÂN TÍCH VÀ THIẾT KẾ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Chương 2: Chiến Lược Thiết Kế Bộ 240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70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UNIT TEST CASES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Phụ trách: Đặng Văn Mạnh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Kiểm thử cô lập các hàm logic, mô hình dữ liệu (Models), tính toán đơn hàng POS, thuật toán chặn kho âm và phân quyền RBAC.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70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INTEGRATION TEST CASES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Phụ trách: Trần Ngọc Sơn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Kiểm thử tương tác giữa các Module: Auth ⟷ Menu, Đặt lịch ⟷ Thợ Spa ⟷ Hồ sơ Pet, POS ⟷ Kho hàng và 8 REST API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100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SYSTEM TEST CASES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Phụ trách: Ngô Hoàng Anh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Kiểm thử toàn diện End-to-End: 30 User Journeys, quy trình thu ngân in hóa đơn, bảo mật chống XSS/SQLi, Responsive và Cross-browser.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🛠 KỸ THUẬT THIẾT KẾ KIỂM THỬ ÁP DỤNG (THEO CHUẨN QUỐC TẾ ISTQB)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Phân vùng tương đương (Equivalence Partitioning): Chia tập dữ liệu hợp lệ và không hợp lệ cho email, mật khẩu, tồn kho.</a:t>
            </a:r>
            <a:br/>
            <a:r>
              <a:t>• Phân tích giá trị biên (Boundary Value Analysis): Bắt biên tồn kho = 0, mức giảm giá voucher = tạm tính, giảm giá vượt quá tạm tính.</a:t>
            </a:r>
            <a:br/>
            <a:r>
              <a:t>• Bao phủ nhánh (Branch Coverage) &amp; Bảng quyết định (Decision Table): Đảm bảo 100% các nhánh rẽ điều kiện if/else đều được kiểm chứng.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PHÂN TÍCH CHI TIẾT CẤP ĐỘ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Kiểm Thử Đơn Vị - Unit Test (70 Test Cases)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📊 PHÂN BỔ 70 UNIT TEST THEO MODULE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Auth Service (10 TC): login, logout, switchRole, validate regex, session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Customer Store (12 TC): add, update, delete, sinh mã KH-xxxx, lọc 4 hạng VIP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Pet Store (8 TC): add, update cân nặng, ghi chú dị ứng, groomingCount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Product Store (10 TC): add, sinh SKU-PET, update tồn kho, adjustStock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Service Store (6 TC): add, update giá, đổi trạng thái active, xóa dịch vụ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POS &amp; Orders (16 TC): calculateSubtotal, calculateTotal, giỏ hàng +/-, order status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Appointment Store (8 TC): add, sinh mã LH-xxxx, đổi trạng thái, phân công thợ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💡 KỊCH BẢN KIỂM THỬ ĐẶC TRƯNG &amp; ASSERTIONS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UT_PROD_005: Chặn kho âm khi trừ vượt quá tồn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Input: stock = 10, delta = -25</a:t>
            </a:r>
            <a:br/>
            <a:r>
              <a:t>-&gt; Expected: Math.max(0, 10 - 25) = 0 (Kho không bị âm)</a:t>
            </a:r>
            <a:br/>
            <a:r>
              <a:t>-&gt; Actual: Stock = 0, trạng thái an toàn.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UT_ORD_004: Tính tổng đơn khi Voucher &gt; Tạm tính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Input: subtotal = 100k, voucher = 150k</a:t>
            </a:r>
            <a:br/>
            <a:r>
              <a:t>-&gt; Expected: Math.max(0, 100k - 150k) = 0 VNĐ</a:t>
            </a:r>
            <a:br/>
            <a:r>
              <a:t>-&gt; Actual: Tổng tiền = 0 VNĐ, không phát sinh số âm.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UT_AUTH_003: Chặn vai trò Customer đăng nhập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Input: email = khach@gmail.com, role = 'customer'</a:t>
            </a:r>
            <a:br/>
            <a:r>
              <a:t>-&gt; Expected: success = false, ném cảnh báo phân quyền.</a:t>
            </a:r>
            <a:br/>
            <a:r>
              <a:t>-&gt; Actual: Chặn truy cập và bảo vệ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PHÂN TÍCH CHI TIẾT CẤP ĐỘ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Kiểm Thử Tích Hợp - Integration Test (70 Test Cases)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TÍCH HỢP STATE &amp; GIAO DIỆN (UI)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Quy mô: 32 Test Cases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Auth ⟷ Router Guard ⟷ Menu Sidebar (Ẩn hiện theo Role)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Đặt lịch Spa ⟷ Thợ phụ trách ⟷ Lịch làm việc Calendar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Hoàn thành ca Spa ⟷ Cập nhật lịch sử thú cưng (+1)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Đổi trạng thái lịch hẹn ⟷ Badge đổi màu tức thì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TÍCH HỢP POS &amp; KHO &amp; IN HÓA ĐƠN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Quy mô: 22 Test Cases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Bán hàng POS ⟷ Tự động trừ số lượng tồn kho tức thời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Kho về 0 ⟷ Chặn nút '+ Thêm vào giỏ' tại quầy POS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Nhập mã Voucher ⟷ Tính lại chiết khấu &amp; Tổng tiền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Hoàn tất đơn hàng ⟷ Kích hoạt lệnh in nhiệt window.print()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TÍCH HỢP CLIENT ⟷ REST API BACKEND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Quy mô: 16 Test Cases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Frontend ⟷ GET /api/products (Trả về 200 OK &amp; JSON)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Frontend ⟷ POST /api/orders (Tạo đơn hàng trả về 201)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Frontend ⟷ GET /api/dashboard/stats (Đồng bộ số liệu KPI)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Backend Express ⟷ Swagger UI API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PHÂN TÍCH CHI TIẾT CẤP ĐỘ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Kiểm Thử Hệ Thống - System Test (100 Test Cases)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✔ E2E User Journeys (30 TC)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Mô phỏng trọn vẹn hành trình khách hàng: Đặt lịch 7 bước, Bán lẻ thu ngân, Đổi ca trực, Chăm sóc khách hàng CRM.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2120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✔ POS &amp; In Hóa Đơn (18 TC)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Bán hàng đa hình thức (Tiền mặt, QR, Thẻ), tạo khách nhanh tại quầy, xuất hóa đơn in nhiệt khổ tiêu chuẩn.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2120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✔ Lịch Hẹn &amp; Spa (18 TC)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Quy trình điều phối dịch vụ từ Tiếp nhận -&gt; Đang làm -&gt; Hoàn thành, đổi thợ phụ trách, xem lịch Ngày/Tuần/Tháng.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06040"/>
            <a:ext cx="52120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✔ Khách Hàng &amp; Pet (12 TC)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Quản lý quan hệ 1 chủ - nhiều thú cưng, phân hạng thành viên, tra cứu đa điều kiện theo tên, SĐT, mã KH.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✔ Sản Phẩm &amp; Kho (10 TC)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Theo dõi biến động tồn kho, cảnh báo badge đỏ hết hàng, cập nhật giá bán đồng bộ tức thời.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2120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✔ Bảo Mật &amp; RBAC (8 TC)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Chặn truy cập URL trái phép (/staff), chống tấn công XSS trong form, chống SQLi trong ô search, hủy session khi logout.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6984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✔ UI &amp; Responsive (4 TC)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Kiểm thử co giãn Mobile Drawer (375px), Tablet (768px), cuộn ngang bảng lớn, tương thích Chrome và MS Edge.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BUG LIFE CYCLE &amp;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Chương 3: Thực Thi Kiểm Thử &amp; Quản Lý Khiếm Khuyết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🔄 QUY TRÌNH QUẢN LÝ LỖI (BUG LIFE CYCLE)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1. New (Mới phát hiện):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Tester phát hiện khiếm khuyết trong quá trình chạy test case, ghi nhận log và ảnh chụp màn hình.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2. Assigned (Phân công):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Gán lỗi cho Developer phụ trách module tương ứng để phân tích nguyên nhân gốc rễ.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3. Fixed (Đã sửa):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Developer tiến hành fix code và build lại bản vá (Hotfix).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4. Retest (Kiểm thử lại):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Tester thực thi lại kịch bản kiểm thử để xác minh lỗi đã được giải quyết.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5. Closed (Đóng lỗi):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Xác nhận đạt 100% mong đợi và đóng ticket lỗi trên hệ thống.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🛠 2 LỖI TÍCH HỢP ĐÃ PHÁT HIỆN &amp; XỬ LÝ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⚠ Bug 1: Lỗi đồng bộ tồn kho tức thời (Stock Sync)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Hiện tượng: Khi tạo đơn POS sản phẩm mới, số lượng kho chưa trừ ngay.</a:t>
            </a:r>
            <a:br/>
            <a:r>
              <a:t>-&gt; Khắc phục: Bổ sung trigger updateProductStock trong action addOrder.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⚠ Bug 2: Lỗi lớp phủ Modal POS chặn click (Overlay)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Hiện tượng: Đóng modal POS, lớp mờ fade-out 300ms chặn click tiếp theo.</a:t>
            </a:r>
            <a:br/>
            <a:r>
              <a:t>-&gt; Khắc phục: Bổ sung WebDriverWait chờ invisibilityOfElementLocated.</a:t>
            </a:r>
          </a:p>
          <a:p>
            <a:br/>
            <a:pPr>
              <a:defRPr sz="1050" b="1">
                <a:solidFill>
                  <a:srgbClr val="10B981"/>
                </a:solidFill>
              </a:defRPr>
            </a:pPr>
            <a:r>
              <a:t>🎉 KẾT QUẢ THỰC THI CUỐI CÙNG:</a:t>
            </a:r>
            <a:br/>
            <a:r>
              <a:t>• Tổng số kịch bản: 240 / 240 Test Cases</a:t>
            </a:r>
            <a:br/>
            <a:r>
              <a:t>• Số lượng Đạt (PASS): 240 (100%)</a:t>
            </a:r>
            <a:br/>
            <a:r>
              <a:t>• Số lượng Lỗi tồn đọng: 0 (0%)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KIẾN TRÚC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Chương 4: Framework Kiểm Thử Tự Động (Selenium 4 + TestNG)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🚀 Page Object Model (POM)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Tách biệt 100% giữa Mã kịch bản (Test Scripts) và Cấu trúc giao diện (Locators). Khi giao diện thay đổi chỉ cần cập nhật tại 1 file Page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🚀 Selenium WebDriver 4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Tự động hóa trình duyệt Chrome, Edge, Firefox. Tương tác mượt mà với Modal, Form 7 bước, Bàn phím ảo POS và In ấn window.print().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🚀 TestNG Test Runner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Quản lý bộ test suite qua XML, hỗ trợ @Test annotations, DataProvider, đa luồng song song và bắt ngoại lệ Assertions.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🚀 Báo Cáo ExtentReports 5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Xuất báo cáo HTML đồ họa chuyên nghiệp (PetCare_TestReport.html) có biểu đồ tròn Pie Chart và ảnh chụp màn hình lỗi tự động.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SO SÁNH &amp; CÔNG CỤ THỰC 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Hiệu Năng Automation &amp; Các File Chạy 1-Click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📊 SO SÁNH MANUAL VS AUTOMATION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Thời gian thực thi 15 kịch bản E2E: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Manual: 45 - 60 phút</a:t>
            </a:r>
            <a:br/>
            <a:r>
              <a:t>Automation: 01 phút 13 giây (Nhanh gấp 40-50 lần)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Độ chính xác &amp; Sai sót: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Manual: Dễ nhầm lẫn khi lặp lại nhiều lần</a:t>
            </a:r>
            <a:br/>
            <a:r>
              <a:t>Automation: Chính xác 100%, đối soát chuẩn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Kiểm thử hồi quy (Regression):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Manual: Tốn rất nhiều nhân lực và thời gian</a:t>
            </a:r>
            <a:br/>
            <a:r>
              <a:t>Automation: Chạy tự động chỉ với 1-Click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Báo cáo kết quả: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Manual: Chụp ảnh nhập Excel thủ công</a:t>
            </a:r>
            <a:br/>
            <a:r>
              <a:t>Automation: Tự động xuất ExtentReports 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⚡ 5 FILE THỰC THI TỰ ĐỘNG ĐỘC LẬP (.BAT)</a:t>
            </a:r>
          </a:p>
          <a:p>
            <a:pPr>
              <a:defRPr b="1" sz="1000">
                <a:solidFill>
                  <a:srgbClr val="0D9488"/>
                </a:solidFill>
              </a:defRPr>
            </a:pPr>
            <a:r>
              <a:t>▶ RUN_UNIT_TEST.bat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   Chạy 70 Unit Test Cases kiểm thử logic hàm</a:t>
            </a:r>
          </a:p>
          <a:p>
            <a:pPr>
              <a:defRPr b="1" sz="1000">
                <a:solidFill>
                  <a:srgbClr val="0D9488"/>
                </a:solidFill>
              </a:defRPr>
            </a:pPr>
            <a:r>
              <a:t>▶ RUN_INTEGRATION_TEST.bat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   Chạy 70 Integration Test Cases tích hợp API</a:t>
            </a:r>
          </a:p>
          <a:p>
            <a:pPr>
              <a:defRPr b="1" sz="1000">
                <a:solidFill>
                  <a:srgbClr val="0D9488"/>
                </a:solidFill>
              </a:defRPr>
            </a:pPr>
            <a:r>
              <a:t>▶ RUN_SYSTEM_TEST.bat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   Chạy 100 System Test Cases mở Chrome thật</a:t>
            </a:r>
          </a:p>
          <a:p>
            <a:pPr>
              <a:defRPr b="1" sz="1000">
                <a:solidFill>
                  <a:srgbClr val="0D9488"/>
                </a:solidFill>
              </a:defRPr>
            </a:pPr>
            <a:r>
              <a:t>▶ RUN_ALL_TESTS.bat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   Chạy trọn gói 240 Test Cases cả 3 cấp độ</a:t>
            </a:r>
          </a:p>
          <a:p>
            <a:pPr>
              <a:defRPr b="1" sz="1000">
                <a:solidFill>
                  <a:srgbClr val="0D9488"/>
                </a:solidFill>
              </a:defRPr>
            </a:pPr>
            <a:r>
              <a:t>▶ CHAY_TEST_AUTOMATION.bat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   Menu lựa chọn nhanh [1-4] cho người dùng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TỔ CHỨC &amp; PHÂN CÔNG THỰC 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Bảng Phân Công Nhiệm Vụ 3 Thành Viên Nhóm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ĐẶNG VĂN MẠNH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Trưởng nhóm • MSV: 20232652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Hoàn thành: 100% ⭐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Thiết kế kiến trúc hệ thống và luồng dữ liệu StoreContext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Xây dựng và thực thi 70 Unit Test Cases (Kiểm thử đơn vị)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Xây dựng Framework Automation Testing (Selenium 4 + TestNG)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Quản lý tiến độ dự án và kho mã nguồn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TRẦN NGỌC SƠN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Thành viên • MSV: 20232472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Hoàn thành: 100% ⭐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Xây dựng và kiểm thử hệ thống REST API Backend Express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Xây dựng và thực thi 70 Integration Test Cases (Kiểm thử tích hợp)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Thu thập, phân tích Defect Reports và kiểm thử hồi quy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Tài liệu hóa hệ thống API với Swagger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NGÔ HOÀNG ANH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Thành viên • MSV: 20232558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Hoàn thành: 100% ⭐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Thiết kế và hoàn thiện giao diện người dùng (UI/UX) 9 module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Xây dựng và thực thi 100 System Test Cases (Kiểm thử hệ thống E2E)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Kiểm thử tương thích Cross-browser và Responsive Mobile/Tablet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Tổng hợp và hoàn thiện báo cáo đồ án Đề tài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KẾT LUẬN &amp; HƯỚNG PHÁT TRIỂN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🏆 KẾT QUẢ ĐẠT ĐƯỢC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✔ Làm chủ quy trình kiểm thử phần mềm chuyên nghiệp theo chuẩn ISTQB.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✔ Chuẩn hóa 240 Test Cases đa cấp độ (70 Unit, 70 Integration, 100 System).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✔ Xây dựng thành công Automation Test Framework (Selenium 4 + TestNG POM).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✔ Hoàn thiện hệ thống PetCare Pro hoạt động trơn tru với 9 module thực tế.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🚀 HƯỚNG PHÁT TRIỂN TIẾP THEO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Tích hợp CI/CD Pipeline (GitHub Actions) kích hoạt test tự động mỗi commit.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Mở rộng kiểm thử hiệu năng và độ chịu tải với Apache JMeter.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Phát triển phiên bản Mobile App và áp dụng Appium Automation Test.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➔ Tích hợp cổng thanh toán trực tuyến thực tế (VNPay, Momo, ZaloPay).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XIN CHÂN THÀNH CẢM ƠN THẦY VÀ HỘI ĐỒNG ĐÃ LẮNG NGHE!</a:t>
            </a:r>
          </a:p>
          <a:p>
            <a:pPr algn="ctr">
              <a:defRPr sz="1050">
                <a:solidFill>
                  <a:srgbClr val="CBD5E1"/>
                </a:solidFill>
              </a:defRPr>
            </a:pPr>
            <a:r>
              <a:t>Kính mời Thầy và các bạn đặt câu hỏi trao đổi (Q&amp;A) • GitHub: https://github.com/xuanmanh398/KiemThuPhanMem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