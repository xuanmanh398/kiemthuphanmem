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94360"/>
            <a:ext cx="164592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Arial"/>
              </a:defRPr>
            </a:pPr>
            <a:r>
              <a:t>TRƯỜNG ĐẠI HỌC CÔNG NGHỆ ĐÔNG Á • KHOA CÔNG NGHỆ THÔNG TIN</a:t>
            </a:r>
          </a:p>
          <a:p>
            <a:pPr>
              <a:defRPr sz="1200" b="1">
                <a:solidFill>
                  <a:srgbClr val="94A3B8"/>
                </a:solidFill>
                <a:latin typeface="Arial"/>
              </a:defRPr>
            </a:pPr>
            <a:r>
              <a:t>HỌC PHẦN: KIỂM THỬ PHẦN MỀM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  <a:latin typeface="Arial"/>
              </a:defRPr>
            </a:pPr>
            <a:r>
              <a:t>BÁO CÁO BÀI TẬP LỚN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XÂY DỰNG &amp; KIỂM THỬ HỆ THỐNG QUẢN LÝ DỊCH VỤ CHĂM SÓC THÚ CƯNG (PETCARE PRO)</a:t>
            </a:r>
          </a:p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Bộ Kịch Bản 240 Test Cases (Unit - Integration - System) &amp; Framework Test Automation (Selenium 4 + TestNG)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3291840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GIẢNG VIÊN HƯỚNG DẪN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ThS. Trần Xuân Thanh</a:t>
            </a:r>
          </a:p>
          <a:p>
            <a:br/>
            <a:pPr>
              <a:defRPr sz="1200">
                <a:solidFill>
                  <a:srgbClr val="94A3B8"/>
                </a:solidFill>
              </a:defRPr>
            </a:pPr>
            <a:r>
              <a:t>Bộ môn: Công nghệ Phần mềm</a:t>
            </a:r>
            <a:br/>
            <a:r>
              <a:t>Khoa Công nghệ Thông tin - EAUT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931920"/>
            <a:ext cx="7132320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4114800"/>
            <a:ext cx="6766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SINH VIÊN THỰC HIỆN: NHÓM 9 (LỚP: DCCNTT14.C.3)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Đặng Văn Mạnh (MSV: 20232652) — Trưởng nhóm • Unit Test (70 TC) &amp; Test Automation Framework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Trần Ngọc Sơn (MSV: 20232472) — Thành viên • REST API Backend &amp; Integration Test (70 TC)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Ngô Hoàng Anh (MSV: 20232558) — Thành viên • Giao diện Web UI/UX &amp; System Test E2E (100 TC)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MỤC LỤC TRỌNG TÂM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Nội Dung Trình Bày Báo Cáo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99616"/>
            <a:ext cx="640080" cy="6400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4475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Tổng Quan Bài Toán &amp; Kiến Trúc Hệ Thống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Bối cảnh ngành dịch vụ thú cưng, mục tiêu bài toán và kiến trúc 9 module phần mềm PetCare Pro.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1069848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640080" cy="6400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45059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Phân Tích &amp; Thiết Kế Bộ 240 Test Cases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Chiến lược kiểm thử đa cấp độ: 70 Unit Test, 70 Integration Test và 100 System Test E2E.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1069848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511296"/>
            <a:ext cx="640080" cy="6400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45643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Thực Thi Kiểm Thử &amp; Quản Lý Khiếm Khuyết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Quy trình Bug Life Cycle 5 bước, khắc phục 2 lỗi tích hợp thực tế, thống kê tỷ lệ Đạt 100% PASS.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069848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4517136"/>
            <a:ext cx="640080" cy="6400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46227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Xây Dựng Test Automation (Selenium 4 + TestNG)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Mô hình Page Object Model (POM), 5 bộ chạy tự động 1-Click độc lập và báo cáo ExtentReports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94960"/>
            <a:ext cx="1069848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5522976"/>
            <a:ext cx="640080" cy="64008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46811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Đánh Giá Hiệu Năng, Phân Công &amp; Kết Luận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So sánh Manual vs Automation, bảng phân công nhiệm vụ chi tiết và định hướng phát triển.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BỐI CẢNH &amp; KIẾN TRÚC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Chương 1: Tổng Quan Hệ Thống PetCare Pro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D9488"/>
                </a:solidFill>
              </a:defRPr>
            </a:pPr>
            <a:r>
              <a:t>🎯 BÀI TOÁN THỰC TẾ &amp; MỤC TIÊU</a:t>
            </a:r>
          </a:p>
          <a:p>
            <a:br/>
            <a:pPr>
              <a:defRPr b="1" sz="1350">
                <a:solidFill>
                  <a:srgbClr val="0F172A"/>
                </a:solidFill>
              </a:defRPr>
            </a:pPr>
            <a:r>
              <a:t>✔ Thực trạng quản lý thú cưng: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Quản lý thủ công bằng sổ sách gây trùng lịch hẹn Spa, thất thoát tồn kho và nhầm lẫn giá dịch vụ.</a:t>
            </a:r>
          </a:p>
          <a:p>
            <a:br/>
            <a:pPr>
              <a:defRPr b="1" sz="1350">
                <a:solidFill>
                  <a:srgbClr val="0F172A"/>
                </a:solidFill>
              </a:defRPr>
            </a:pPr>
            <a:r>
              <a:t>✔ Mục tiêu phần mềm PetCare Pro: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Xây dựng hệ thống Web toàn diện quản trị khép kín: Tiếp nhận lịch hẹn 7 bước, Bán hàng POS, Quản lý kho, CRM nhắc lịch tự động và Phân ca nhân sự.</a:t>
            </a:r>
          </a:p>
          <a:p>
            <a:br/>
            <a:pPr>
              <a:defRPr b="1" sz="1350">
                <a:solidFill>
                  <a:srgbClr val="0F172A"/>
                </a:solidFill>
              </a:defRPr>
            </a:pPr>
            <a:r>
              <a:t>✔ Kiến trúc công nghệ ứng dụng: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Frontend: React 18, Vite, Tailwind CSS (Single Page App)</a:t>
            </a:r>
            <a:br/>
            <a:r>
              <a:t>• Backend: Node.js Express REST API, Swagger UI</a:t>
            </a:r>
            <a:br/>
            <a:r>
              <a:t>• State &amp; Dữ liệu: In-Memory StoreContext đồng bộ tức thời</a:t>
            </a:r>
            <a:br/>
            <a:r>
              <a:t>• Automation Test: Selenium WebDriver 4, TestNG, ExtentReports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📦 9 MODULE CHỨC NĂNG CỐT LÕI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1. Dashboard KPI: Biểu đồ doanh thu tức thời, lịch hẹn hôm nay, cảnh báo kho.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2. Đặt Lịch Spa 7 Bước: Quy trình chọn khách, pet, dịch vụ, giờ hẹn, thợ và giá.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3. Bán Hàng &amp; POS: Tìm kiếm khách/SP, giỏ hàng, áp voucher, in hóa đơn nhiệt.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4. Khách Hàng: Hồ sơ thành viên với 4 hạng VIP (Đồng, Bạc, Vàng, Kim Cương).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5. Thú Cưng: Lịch sử dịch vụ, cân nặng, ghi chú sức khỏe, đổi Card/Bảng.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6. Sản Phẩm &amp; Kho: Quản lý SKU, giá bán, cảnh báo hết hàng tự động khi kho = 0.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7. Bảng Giá Dịch Vụ: Đơn giá, thời lượng ca Spa, phân loại Spa / Grooming / Y tế.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8. Nhân Sự &amp; Phân Ca: Quản lý thông tin kỹ thuật viên, phân ca trực Sáng / Chiều.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9. CRM &amp; Khuyến Mãi: Tự động quét thú cưng &gt;30 ngày nhắc lịch Zalo/SMS, Voucher.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MÔ HÌNH KIM TỰ THÁP KIỂM THỬ (TEST PYRAMID)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Chương 2: Chiến Lược Thiết Kế Bộ 240 Test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EA5E9"/>
                </a:solidFill>
              </a:defRPr>
            </a:pPr>
            <a:r>
              <a:t>70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UNIT TEST CASES</a:t>
            </a:r>
          </a:p>
          <a:p>
            <a:pPr>
              <a:defRPr sz="1200" b="1">
                <a:solidFill>
                  <a:srgbClr val="0EA5E9"/>
                </a:solidFill>
              </a:defRPr>
            </a:pPr>
            <a:r>
              <a:t>Phụ trách: Đặng Văn Mạnh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Kiểm thử độc lập các hàm xử lý logic, mô hình dữ liệu (Models), tính toán đơn hàng POS, thuật toán chặn kho âm và phân quyền RBAC.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D9488"/>
                </a:solidFill>
              </a:defRPr>
            </a:pPr>
            <a:r>
              <a:t>70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INTEGRATION TESTS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Phụ trách: Trần Ngọc Sơn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Kiểm thử tương tác giữa các Module: Auth ⟷ Menu, Đặt lịch ⟷ Thợ Spa ⟷ Hồ sơ Pet, POS ⟷ Kho hàng và 8 REST API Endpoints.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D97706"/>
                </a:solidFill>
              </a:defRPr>
            </a:pPr>
            <a:r>
              <a:t>100</a:t>
            </a:r>
          </a:p>
          <a:p>
            <a:pPr>
              <a:defRPr sz="1500" b="1">
                <a:solidFill>
                  <a:srgbClr val="0F172A"/>
                </a:solidFill>
              </a:defRPr>
            </a:pPr>
            <a:r>
              <a:t>SYSTEM TEST CASES</a:t>
            </a:r>
          </a:p>
          <a:p>
            <a:pPr>
              <a:defRPr sz="1200" b="1">
                <a:solidFill>
                  <a:srgbClr val="D97706"/>
                </a:solidFill>
              </a:defRPr>
            </a:pPr>
            <a:r>
              <a:t>Phụ trách: Ngô Hoàng Anh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Kiểm thử toàn diện End-to-End: 30 User Journeys, quy trình thu ngân in hóa đơn, bảo mật chống XSS/SQLi, Responsive và Cross-browser.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69848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🛠 KỸ THUẬT THIẾT KẾ KIỂM THỬ ÁP DỤNG (CHUẨN QUỐC TẾ ISTQB)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Phân vùng tương đương (EP): Phân chia tập dữ liệu hợp lệ và không hợp lệ (Email, mật khẩu, tồn kho, giá bán).</a:t>
            </a:r>
            <a:br/>
            <a:r>
              <a:t>• Phân tích giá trị biên (BVA): Kiểm thử tại các biên tồn kho = 0, voucher = tạm tính, voucher vượt quá tạm tính.</a:t>
            </a:r>
            <a:br/>
            <a:r>
              <a:t>• Bao phủ nhánh (Branch Coverage) &amp; Bảng quyết định: Đảm bảo 100% nhánh rẽ if/else trong logic được thực thi an toàn.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PHÂN TÍCH CHI TIẾT CẤP ĐỘ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Kiểm Thử Đơn Vị - Unit Test (70 Test Cases)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📊 PHÂN BỔ 70 UNIT TEST THEO MODULE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Auth Service (10 TC): login, logout, switchRole, validate email regex, session null safety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Customer Store (12 TC): add, update, delete, sinh mã KH-xxxx, fallback email, lọc 4 hạng VIP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Pet Store (8 TC): add, update cân nặng, ghi chú dị ứng, lọc theo chủ, tăng groomingCount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Product Store (10 TC): add, sinh SKU-PET, update tồn kho, adjustStock, chặn kho âm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Service Store (6 TC): add, update giá, đổi active/inactive, xóa dịch vụ, lọc danh mục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POS &amp; Orders (16 TC): calculateSubtotal, calculateTotal, tăng/giảm giỏ hàng, order status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Appointment Store (8 TC): add, sinh mã LH-xxxx, đổi trạng thái, phân công thợ Spa, đổi giờ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D9488"/>
                </a:solidFill>
              </a:defRPr>
            </a:pPr>
            <a:r>
              <a:t>💡 CÁC CA KIỂM THỬ LOGIC TIÊU BIỂU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✔ UT_PROD_005: Chặn kho âm khi trừ vượt quá tồn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Input: stock = 10, delta = -25</a:t>
            </a:r>
            <a:br/>
            <a:r>
              <a:t>-&gt; Expected: Math.max(0, 10 - 25) = 0 (Kho không bị âm)</a:t>
            </a:r>
            <a:br/>
            <a:r>
              <a:t>-&gt; Actual: Stock = 0, hệ thống xử lý an toàn tuyệt đối.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✔ UT_ORD_004: Tính tổng đơn khi Voucher &gt; Tạm tính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Input: subtotal = 100.000đ, voucher = 150.000đ</a:t>
            </a:r>
            <a:br/>
            <a:r>
              <a:t>-&gt; Expected: Math.max(0, 100k - 150k) = 0 VNĐ</a:t>
            </a:r>
            <a:br/>
            <a:r>
              <a:t>-&gt; Actual: Tổng tiền = 0 VNĐ, không phát sinh số tiền âm.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✔ UT_AUTH_003: Chặn vai trò Customer đăng nhập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Input: email = 'khach@gmail.com', role = 'customer'</a:t>
            </a:r>
            <a:br/>
            <a:r>
              <a:t>-&gt; Expected: success = false, hiển thị thông báo lỗi phân quyền.</a:t>
            </a:r>
            <a:br/>
            <a:r>
              <a:t>-&gt; Actual: Chặn truy cập và bảo vệ cổng quản trị nội bộ.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PHÂN TÍCH CHI TIẾT CẤP ĐỘ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Kiểm Thử Tích Hợp - Integration Test (70 Test Cases)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TÍCH HỢP STATE &amp; GIAO DIỆN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Quy mô: 32 Test Cases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Auth ⟷ Router Guard ⟷ Menu Sidebar (Ẩn hiện theo quyền Staff/Admin).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Form đặt lịch Spa 7 bước ⟷ Thợ phụ trách ⟷ Lịch làm việc Calendar.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Hoàn thành ca Spa ⟷ Cập nhật lịch sử làm đẹp thú cưng (+1).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Đổi trạng thái lịch hẹn ⟷ Badge UI đổi màu đồng bộ tức thì.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</a:defRPr>
            </a:pPr>
            <a:r>
              <a:t>TÍCH HỢP POS &amp; KHO &amp; IN ẤN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Quy mô: 22 Test Cases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Tạo đơn hàng POS ⟷ Tự động trừ số lượng tồn kho tức thời.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Kho về 0 ⟷ Chặn nút '+ Thêm vào giỏ' tại quầy bán hàng POS.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Áp dụng Voucher ⟷ Tính lại chiết khấu &amp; Tổng tiền thanh toán.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Xuất hóa đơn ⟷ Kích hoạt lệnh in nhiệt khổ chuẩn window.print().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TÍCH HỢP CLIENT ⟷ REST API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Quy mô: 16 Test Cases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Frontend ⟷ GET /api/products (HTTP 200 OK &amp; JSON sản phẩm).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Frontend ⟷ POST /api/orders (Tạo đơn hàng trả về HTTP 201).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Frontend ⟷ GET /api/dashboard/stats (Đồng bộ số liệu doanh thu KPI).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Backend Express ⟷ Swagger UI tài liệu hóa API chuẩn OpenApi 3.0.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PHÂN TÍCH CHI TIẾT CẤP ĐỘ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Kiểm Thử Hệ Thống - System Test (100 Test Cases)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44752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✔ E2E User Journeys (30 TC)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Mô phỏng trọn vẹn hành trình khách hàng: Đặt lịch Spa 7 bước từ tạo khách mới, Bán lẻ POS, Đổi ca trực, CRM nhắc lịch.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444752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✔ POS &amp; In Hóa Đơn (18 TC)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Bán hàng đa phương thức (Tiền mặt, QR, Thẻ), tạo khách nhanh tại quầy, xuất hóa đơn in nhiệt khổ tiêu chuẩn.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79192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✔ Lịch Hẹn &amp; Spa (18 TC)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Quy trình điều phối từ Tiếp nhận -&gt; Đang làm -&gt; Hoàn thành, đổi thợ phụ trách, xem lịch Ngày / Tuần / Tháng.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60604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679192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✔ Khách Hàng &amp; Pet (12 TC)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Quản lý quan hệ 1 chủ - nhiều thú cưng, phân hạng thành viên VIP, tra cứu đa tiêu chí theo Tên, SĐT, Mã KH.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13632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✔ Sản Phẩm &amp; Kho (10 TC)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Theo dõi biến động tồn kho, cảnh báo badge đỏ khi hết hàng, cập nhật giá bán đồng bộ tức thời.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2120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913632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✔ Bảo Mật &amp; RBAC (8 TC)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Chặn truy cập URL trái phép (/staff), chống XSS trong form, chống SQLi trong ô search, hủy session khi logout.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74920"/>
            <a:ext cx="106984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✔ UI &amp; Responsive (4 TC)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Kiểm thử co giãn Mobile Drawer (375px), Tablet (768px), cuộn ngang bảng lớn, tương thích Chrome &amp; Edge.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BUG LIFE CYCLE &amp; KẾT QUẢ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Chương 3: Thực Thi Kiểm Thử &amp; Quản Lý Khiếm Khuyết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D9488"/>
                </a:solidFill>
              </a:defRPr>
            </a:pPr>
            <a:r>
              <a:t>🔄 QUY TRÌNH QUẢN LÝ LỖI (BUG LIFE CYCLE)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1. New (Mới phát hiện):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Tester ghi nhận khiếm khuyết trong quá trình kiểm thử, lưu log lỗi và ảnh chụp màn hình.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2. Assigned (Phân công):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Gán ticket lỗi cho Developer phụ trách module tương ứng để phân tích nguyên nhân.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3. Fixed (Đã sửa xong):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Developer tiến hành fix code và build bản vá lỗi (Hotfix).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4. Retest (Kiểm thử lại):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Tester thực thi lại kịch bản kiểm thử để xác minh lỗi đã được khắc phục hoàn toàn.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5. Closed (Đóng lỗi):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Xác nhận đạt kết quả mong đợi và đóng ticket lỗi trên hệ thống.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🛠 2 LỖI TÍCH HỢP ĐÃ PHÁT HIỆN &amp; XỬ LÝ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⚠ Bug 1: Lỗi đồng bộ tồn kho tức thời (Stock Sync)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Hiện tượng: Khi tạo đơn hàng POS với sản phẩm mới, số lượng tồn kho hiển thị chưa đồng bộ ngay nếu không reload trang.</a:t>
            </a:r>
            <a:br/>
            <a:r>
              <a:t>-&gt; Khắc phục: Bổ sung trigger updateProductStock tự động kích hoạt trong action addOrder.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⚠ Bug 2: Lỗi lớp phủ Modal POS chặn click (Overlay)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Hiện tượng: Khi đóng Modal POS, lớp phủ mờ fade-out 300ms khiến thao tác click tiếp theo bị chặn (ElementClickIntercepted).</a:t>
            </a:r>
            <a:br/>
            <a:r>
              <a:t>-&gt; Khắc phục: Bổ sung WebDriverWait chờ invisibilityOfElementLocated.</a:t>
            </a:r>
          </a:p>
          <a:p>
            <a:br/>
            <a:pPr>
              <a:defRPr sz="1300" b="1">
                <a:solidFill>
                  <a:srgbClr val="10B981"/>
                </a:solidFill>
              </a:defRPr>
            </a:pPr>
            <a:r>
              <a:t>🎉 KẾT QUẢ THỰC THI TOÀN BỘ:</a:t>
            </a:r>
            <a:br/>
            <a:r>
              <a:t>• Tổng số kịch bản: 240 / 240 Test Cases (100% PASS)</a:t>
            </a:r>
            <a:br/>
            <a:r>
              <a:t>• Số lượng lỗi tồn đọng: 0 (Hệ thống ổn định tuyệt đối)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KIẾN TRÚC AUTOMATION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Chương 4: Framework Kiểm Thử Tự Động (Selenium 4 + TestNG)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🚀 Page Object Model (POM)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Tách biệt 100% giữa Mã kịch bản kiểm thử (Test Scripts) và Cấu trúc giao diện (Locators). Khi giao diện thay đổi chỉ cần cập nhật tại 1 file Page Class duy nhất, giúp code sạch và dễ bảo trì.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D9488"/>
                </a:solidFill>
              </a:defRPr>
            </a:pPr>
            <a:r>
              <a:t>🚀 Selenium WebDriver 4.25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Tự động hóa trình duyệt Google Chrome, MS Edge. Tương tác mượt mà với Modal, Form đặt lịch 7 bước, Quầy bán hàng POS, cuộn trang mượt mà và kích hoạt in ấn window.print().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🚀 TestNG Test Runner 7.10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Quản lý các bộ test suite đa cấp độ qua file XML, hỗ trợ @Test annotations, DataProvider, chạy song song đa luồng và quản lý bắt lỗi Assertions chính xác.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86200"/>
            <a:ext cx="521208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40233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🚀 Báo Cáo ExtentReports 5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Tự động xuất file báo cáo HTML trực quan (PetCare_TestReport.html) có biểu đồ tròn Pie Chart tỷ lệ đạt, thời gian thực thi chi tiết và đính kèm ảnh chụp màn hình tự động.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SO SÁNH HIỆU QUẢ &amp; THỰC 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Hiệu Năng Automation &amp; Các File Chạy 1-Click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📊 SO SÁNH MANUAL VS AUTOMATION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✔ Thời gian chạy 15 kịch bản E2E: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• Manual: 45 - 60 phút (Thao tác tay chậm)</a:t>
            </a:r>
            <a:br/>
            <a:r>
              <a:t>• Automation: 01 phút 13 giây (Nhanh gấp 45 lần)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✔ Độ chính xác &amp; Ổn định: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• Manual: Dễ mệt mỏi, bỏ sót bước khi test lặp lại</a:t>
            </a:r>
            <a:br/>
            <a:r>
              <a:t>• Automation: Chuẩn xác 100%, đối soát tự động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✔ Kiểm thử hồi quy (Regression):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• Manual: Chi phí nhân lực và thời gian rất cao</a:t>
            </a:r>
            <a:br/>
            <a:r>
              <a:t>• Automation: Tự động chạy lại toàn bộ với 1-Click</a:t>
            </a:r>
          </a:p>
          <a:p>
            <a:br/>
            <a:pPr>
              <a:defRPr b="1" sz="1300">
                <a:solidFill>
                  <a:srgbClr val="0F172A"/>
                </a:solidFill>
              </a:defRPr>
            </a:pPr>
            <a:r>
              <a:t>✔ Báo cáo kết quả: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• Manual: Nhập liệu thủ công mất nhiều thời gian</a:t>
            </a:r>
            <a:br/>
            <a:r>
              <a:t>• Automation: Xuất báo cáo đồ họa HTML tức thì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30352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⚡ 5 FILE THỰC THI TỰ ĐỘNG ĐỘC LẬP (.BAT)</a:t>
            </a:r>
          </a:p>
          <a:p>
            <a:br/>
            <a:pPr>
              <a:defRPr b="1" sz="1300">
                <a:solidFill>
                  <a:srgbClr val="0D9488"/>
                </a:solidFill>
              </a:defRPr>
            </a:pPr>
            <a:r>
              <a:t>▶ RUN_UNIT_TEST.bat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Chạy 70 Unit Test Cases kiểm thử logic hàm.</a:t>
            </a:r>
          </a:p>
          <a:p>
            <a:br/>
            <a:pPr>
              <a:defRPr b="1" sz="1300">
                <a:solidFill>
                  <a:srgbClr val="0D9488"/>
                </a:solidFill>
              </a:defRPr>
            </a:pPr>
            <a:r>
              <a:t>▶ RUN_INTEGRATION_TEST.bat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Chạy 70 Integration Test Cases kiểm thử tích hợp API.</a:t>
            </a:r>
          </a:p>
          <a:p>
            <a:br/>
            <a:pPr>
              <a:defRPr b="1" sz="1300">
                <a:solidFill>
                  <a:srgbClr val="0D9488"/>
                </a:solidFill>
              </a:defRPr>
            </a:pPr>
            <a:r>
              <a:t>▶ RUN_SYSTEM_TEST.bat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Chạy 100 System Test Cases mở Chrome thao tác thật.</a:t>
            </a:r>
          </a:p>
          <a:p>
            <a:br/>
            <a:pPr>
              <a:defRPr b="1" sz="1300">
                <a:solidFill>
                  <a:srgbClr val="0D9488"/>
                </a:solidFill>
              </a:defRPr>
            </a:pPr>
            <a:r>
              <a:t>▶ RUN_ALL_TESTS.bat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Chạy trọn gói 240 Test Cases của cả 3 cấp độ.</a:t>
            </a:r>
          </a:p>
          <a:p>
            <a:br/>
            <a:pPr>
              <a:defRPr b="1" sz="1300">
                <a:solidFill>
                  <a:srgbClr val="0D9488"/>
                </a:solidFill>
              </a:defRPr>
            </a:pPr>
            <a:r>
              <a:t>▶ CHAY_TEST_AUTOMATION.bat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Menu tương tác chọn nhanh [1-4] cho người dùng.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TỔ CHỨC &amp; PHÂN CÔNG THỰC HIỆN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Bảng Phân Công Nhiệm Vụ 3 Thành Viên Nhóm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ĐẶNG VĂN MẠNH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Trưởng nhóm • MSV: 20232652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Mức độ hoàn thành: 100% ⭐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Thiết kế kiến trúc hệ thống và luồng dữ liệu StoreContext.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Xây dựng và thực thi 70 Unit Test Cases (Kiểm thử đơn vị).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Xây dựng Framework Automation Testing (Selenium 4 + TestNG POM).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Quản lý tiến độ dự án và kho mã nguồn GitHub.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D9488"/>
                </a:solidFill>
              </a:defRPr>
            </a:pPr>
            <a:r>
              <a:t>TRẦN NGỌC SƠN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Thành viên • MSV: 20232472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Mức độ hoàn thành: 100% ⭐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Xây dựng và kiểm thử hệ thống REST API Backend Express.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Xây dựng và thực thi 70 Integration Test Cases (Kiểm thử tích hợp).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Thu thập, phân tích Defect Reports và kiểm thử hồi quy.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Tài liệu hóa hệ thống API với Swagger 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NGÔ HOÀNG ANH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Thành viên • MSV: 20232558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Mức độ hoàn thành: 100% ⭐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Thiết kế và hoàn thiện giao diện người dùng (UI/UX) 9 module.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Xây dựng và thực thi 100 System Test Cases (Kiểm thử hệ thống E2E).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Kiểm thử tương thích Cross-browser và Responsive Mobile/Tablet.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Tổng hợp và hoàn thiện báo cáo đồ án Đề tài 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KẾT LUẬN &amp; HƯỚNG PHÁT TRIỂN ĐỀ TÀI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🏆 KẾT QUẢ ĐẠT ĐƯỢC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✔ Làm chủ quy trình kiểm thử phần mềm chuyên nghiệp theo chuẩn ISTQB.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✔ Chuẩn hóa 240 Test Cases đa cấp độ (70 Unit, 70 Integration, 100 System).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✔ Xây dựng thành công Automation Test Framework (Selenium 4 + TestNG POM).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✔ Hoàn thiện hệ thống PetCare Pro hoạt động trơn tru với 9 module thực tế.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30352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0020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🚀 HƯỚNG PHÁT TRIỂN TIẾP THEO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➔ Tích hợp CI/CD Pipeline (GitHub Actions) tự động kích hoạt test mỗi commit.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➔ Mở rộng kiểm thử hiệu năng và độ chịu tải với Apache JMeter.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➔ Phát triển phiên bản Mobile App và áp dụng Appium Automation Test.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➔ Tích hợp cổng thanh toán trực tuyến thực tế (VNPay, Momo, ZaloPay).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XIN CHÂN THÀNH CẢM ƠN THẦY VÀ HỘI ĐỒNG ĐÃ LẮNG NGHE!</a:t>
            </a:r>
          </a:p>
          <a:p>
            <a:br/>
            <a:pPr algn="ctr">
              <a:defRPr sz="1200">
                <a:solidFill>
                  <a:srgbClr val="CBD5E1"/>
                </a:solidFill>
              </a:defRPr>
            </a:pPr>
            <a:r>
              <a:t>Kính mời Thầy và các bạn đặt câu hỏi trao đổi (Q&amp;A)</a:t>
            </a:r>
            <a:br/>
            <a:r>
              <a:t>GitHub Repository: https://github.com/xuanmanh398/KiemThuPhanMem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